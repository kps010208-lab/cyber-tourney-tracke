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4FE0"/>
    <a:srgbClr val="00DAFF"/>
    <a:srgbClr val="191929"/>
    <a:srgbClr val="0C0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162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9553C6-043D-4F16-88CA-58D919090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0B28BB-F0D0-475C-B396-B7420E7A7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412333-698F-42B9-BDC7-6F75F2E2D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E70-6327-4711-8ADE-BBEBAA53073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7F3F04-597D-4858-9E09-96B3B270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7E2BB7-C09A-4B26-87DE-768FFAC1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C70F-973D-43F3-B35C-B2A8A39D1B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760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E0BCE8-863E-4212-871C-1EE12D6C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765C82-A8CA-4460-9B2D-633F6B17D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935CD1-6614-4793-8FF6-7AA42BF9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E70-6327-4711-8ADE-BBEBAA53073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9A679E-0911-4038-872E-84C084DE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62FE5E-70D7-489D-8860-5F915A0D6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C70F-973D-43F3-B35C-B2A8A39D1B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429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5794F4-5F7F-4E8A-BDAF-A901E0A1C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290A3F-5A34-4FFF-95FF-44D746F09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F48820-8539-468E-835C-C1C6EED3D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E70-6327-4711-8ADE-BBEBAA53073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CD360A-FC60-41A3-8289-B8429C69E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90EE5A-E81A-488E-89D0-0E0D0DBCB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C70F-973D-43F3-B35C-B2A8A39D1B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531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EB506-D153-4C57-A223-07F306267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6DBD74-8D44-421F-8C2D-CB8A8B4DD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52E747-8344-4023-91CB-06DD3F656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7E841E-BCB1-4994-A273-2C442F15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E70-6327-4711-8ADE-BBEBAA53073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B69756-FE15-4ACF-AEEB-C14C4D1F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F08BF1-E82D-4448-8B77-DD57035B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C70F-973D-43F3-B35C-B2A8A39D1B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17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A829A-2B90-4943-9E02-0EC252CAB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85BCAD-3F91-4A92-837A-005FAEAA6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6E6D32-8422-429B-A435-F55090631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E8CB8C-8373-42D7-8190-2FB5A850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1A61AF-2053-439C-8377-84790BBCA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6650253-DA8A-47DE-9A33-0C19770B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E70-6327-4711-8ADE-BBEBAA53073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FE15D51-1C48-4263-A61A-5107B32FC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158D051-5388-4A6E-AF36-1B3C760F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C70F-973D-43F3-B35C-B2A8A39D1B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4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429EA-D2F8-44B9-A33C-B4E6EE51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9866F7-E036-48E9-9596-CB412FC5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E70-6327-4711-8ADE-BBEBAA53073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930174-78F7-42D8-9406-2F418579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20E8D1F-714D-416D-8653-EF69A671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C70F-973D-43F3-B35C-B2A8A39D1B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418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71986AA-9BC2-4EE6-BE40-3AC12C9C3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E70-6327-4711-8ADE-BBEBAA53073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20653D6-2A70-4D40-9D72-BBE1DD8B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516689-5F9E-419A-A139-647A74218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C70F-973D-43F3-B35C-B2A8A39D1B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25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5C73C-1E32-4EA2-B2CB-414BC8B8A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E2F000-AF6F-4CF8-B925-46C305A66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096783-5816-47D8-A904-8F2BCC7D4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F76B55-9AC7-40CC-850A-D2483FA0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E70-6327-4711-8ADE-BBEBAA53073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E0E950-1C6E-4FD0-AAF2-76ABC407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DA9464-9A82-4874-B510-A6AAC017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C70F-973D-43F3-B35C-B2A8A39D1B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49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15F6C0-A27C-42E3-893A-EDD1BC9B4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257C72A-40A4-48F7-8FB2-F6D80EC72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C061FD3-D073-4842-ACE1-04393E37D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F63506-5351-41A9-8E57-6A6B797D0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E70-6327-4711-8ADE-BBEBAA53073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D9B263-89FD-4877-99D8-57AA558F4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807D74-02DD-4473-B7B4-8DEB2D27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C70F-973D-43F3-B35C-B2A8A39D1B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753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E9AD39-39F9-40D1-8E93-5B92CC346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215C93-704D-40AE-9451-B5D316A09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850E87-2A9F-4275-A53D-5523F759C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E70-6327-4711-8ADE-BBEBAA53073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DF4FB9-DFB1-4FF0-A804-9E4DD29A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959088-4228-49E4-9BAB-85D1D6E8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C70F-973D-43F3-B35C-B2A8A39D1B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369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B122717-EF6D-475D-B111-88F36F8E8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E6590C2-3BF4-41F0-8A83-E483E52FB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76A389-3D41-4272-A0FA-18FE7FF9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E70-6327-4711-8ADE-BBEBAA53073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701F76-F419-4E33-B481-D50F6431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B2E94C-B97D-4245-81BE-30AB7089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C70F-973D-43F3-B35C-B2A8A39D1B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391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91929"/>
            </a:gs>
            <a:gs pos="100000">
              <a:schemeClr val="tx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B4B67-8C09-4ED8-AB6A-074F0026D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CD5700-B523-422A-99C0-CB5EEBE3C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242E48-DCC5-4ADC-80F4-4FA6628B2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EDE70-6327-4711-8ADE-BBEBAA53073E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284F98-E82C-4591-A7BB-A22AA765E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8F25DA-211A-42BE-A1DC-7FE76F9E79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4C70F-973D-43F3-B35C-B2A8A39D1B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17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B230FD-4200-409E-BCF9-2BA1762885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9F4FE0"/>
                </a:solidFill>
              </a:rPr>
              <a:t>Разработка веб-сайта для просмотра и отслеживания киберспортивных турниров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5F60D4-FF3C-4BCE-9549-F1DFE52069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rgbClr val="00DAFF"/>
                </a:solidFill>
              </a:rPr>
              <a:t>ИСП-224Т </a:t>
            </a:r>
          </a:p>
          <a:p>
            <a:r>
              <a:rPr lang="ru-RU" dirty="0">
                <a:solidFill>
                  <a:srgbClr val="00DAFF"/>
                </a:solidFill>
              </a:rPr>
              <a:t>Носков Егор </a:t>
            </a:r>
            <a:br>
              <a:rPr lang="ru-RU" dirty="0">
                <a:solidFill>
                  <a:srgbClr val="00DAFF"/>
                </a:solidFill>
              </a:rPr>
            </a:br>
            <a:r>
              <a:rPr lang="ru-RU" dirty="0">
                <a:solidFill>
                  <a:srgbClr val="00DAFF"/>
                </a:solidFill>
              </a:rPr>
              <a:t>Проничев </a:t>
            </a:r>
            <a:r>
              <a:rPr lang="ru-RU" dirty="0" err="1">
                <a:solidFill>
                  <a:srgbClr val="00DAFF"/>
                </a:solidFill>
              </a:rPr>
              <a:t>Кирил</a:t>
            </a:r>
            <a:endParaRPr lang="ru-RU" dirty="0">
              <a:solidFill>
                <a:srgbClr val="00DA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891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8372DA-2F32-4AF7-9072-D6AD08C9F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9F4FE0"/>
                </a:solidFill>
              </a:rPr>
              <a:t>Основные</a:t>
            </a:r>
            <a:r>
              <a:rPr lang="ru-RU" dirty="0"/>
              <a:t> </a:t>
            </a:r>
            <a:r>
              <a:rPr lang="ru-RU" dirty="0">
                <a:solidFill>
                  <a:srgbClr val="9F4FE0"/>
                </a:solidFill>
              </a:rPr>
              <a:t>функции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08621E2-0008-4A35-8A08-446AD25B4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00DAFF"/>
                </a:solidFill>
              </a:rPr>
              <a:t>📅 Расписание матчей - текущие и предстоящие матчи</a:t>
            </a:r>
          </a:p>
          <a:p>
            <a:r>
              <a:rPr lang="ru-RU" dirty="0">
                <a:solidFill>
                  <a:srgbClr val="00DAFF"/>
                </a:solidFill>
              </a:rPr>
              <a:t>🏆 Турниры - информация об активных соревнованиях</a:t>
            </a:r>
          </a:p>
          <a:p>
            <a:r>
              <a:rPr lang="ru-RU" dirty="0">
                <a:solidFill>
                  <a:srgbClr val="00DAFF"/>
                </a:solidFill>
              </a:rPr>
              <a:t>📺 Трансляции - популярные стримы и записи</a:t>
            </a:r>
          </a:p>
          <a:p>
            <a:r>
              <a:rPr lang="ru-RU" dirty="0">
                <a:solidFill>
                  <a:srgbClr val="00DAFF"/>
                </a:solidFill>
              </a:rPr>
              <a:t>🔔 Уведомления - персонализированные оповещения</a:t>
            </a:r>
          </a:p>
          <a:p>
            <a:r>
              <a:rPr lang="ru-RU" dirty="0">
                <a:solidFill>
                  <a:srgbClr val="00DAFF"/>
                </a:solidFill>
              </a:rPr>
              <a:t>👤 Личный кабинет - настройки и отслеживание команд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76C93C4-5A06-474E-B930-7A4A7BB9A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079" y="837379"/>
            <a:ext cx="2114845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02347-FDEA-4F73-BF1F-AFE080066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9F4FE0"/>
                </a:solidFill>
              </a:rPr>
              <a:t>Поддерживаемые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1CBE9E-413B-45C1-BBAB-FD1AEA9D1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DAFF"/>
                </a:solidFill>
              </a:rPr>
              <a:t>Counter-Strike 2 (CS2)</a:t>
            </a:r>
          </a:p>
          <a:p>
            <a:r>
              <a:rPr lang="en-US" dirty="0">
                <a:solidFill>
                  <a:srgbClr val="00DAFF"/>
                </a:solidFill>
              </a:rPr>
              <a:t>Dota 2</a:t>
            </a:r>
          </a:p>
          <a:p>
            <a:r>
              <a:rPr lang="en-US" dirty="0">
                <a:solidFill>
                  <a:srgbClr val="00DAFF"/>
                </a:solidFill>
              </a:rPr>
              <a:t>VALORANT</a:t>
            </a:r>
          </a:p>
          <a:p>
            <a:r>
              <a:rPr lang="en-US" dirty="0">
                <a:solidFill>
                  <a:srgbClr val="00DAFF"/>
                </a:solidFill>
              </a:rPr>
              <a:t>League of Legends</a:t>
            </a:r>
          </a:p>
          <a:p>
            <a:r>
              <a:rPr lang="en-US" dirty="0">
                <a:solidFill>
                  <a:srgbClr val="00DAFF"/>
                </a:solidFill>
              </a:rPr>
              <a:t>Overwatch 2</a:t>
            </a:r>
          </a:p>
          <a:p>
            <a:r>
              <a:rPr lang="ru-RU" dirty="0">
                <a:solidFill>
                  <a:srgbClr val="00DAFF"/>
                </a:solidFill>
              </a:rPr>
              <a:t>И другие популярные киберспортивные дисциплины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83CE1DD-A8BA-4FE3-A371-4B8725CF7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836" y="5314397"/>
            <a:ext cx="8440328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573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C051A-3BE4-4CE7-9434-9D3903A3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9F4FE0"/>
                </a:solidFill>
              </a:rPr>
              <a:t>Технические особенности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D074B3-0715-4C68-8C58-635EB31F5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1. Фронтенд:</a:t>
            </a:r>
          </a:p>
          <a:p>
            <a:r>
              <a:rPr lang="ru-RU" dirty="0">
                <a:solidFill>
                  <a:srgbClr val="00DAFF"/>
                </a:solidFill>
              </a:rPr>
              <a:t>Адаптивный дизайн (мобильные и десктоп устройства)</a:t>
            </a:r>
          </a:p>
          <a:p>
            <a:r>
              <a:rPr lang="ru-RU" dirty="0">
                <a:solidFill>
                  <a:srgbClr val="00DAFF"/>
                </a:solidFill>
              </a:rPr>
              <a:t>Современный CSS с кастомными свойствами</a:t>
            </a:r>
          </a:p>
          <a:p>
            <a:r>
              <a:rPr lang="ru-RU" dirty="0">
                <a:solidFill>
                  <a:srgbClr val="00DAFF"/>
                </a:solidFill>
              </a:rPr>
              <a:t>Интерактивные элементы без перезагрузки страницы</a:t>
            </a:r>
          </a:p>
          <a:p>
            <a:r>
              <a:rPr lang="ru-RU" dirty="0">
                <a:solidFill>
                  <a:srgbClr val="00DAFF"/>
                </a:solidFill>
              </a:rPr>
              <a:t>Анимации и плавные переходы</a:t>
            </a:r>
          </a:p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2. Интерфейс:</a:t>
            </a:r>
          </a:p>
          <a:p>
            <a:r>
              <a:rPr lang="ru-RU" dirty="0">
                <a:solidFill>
                  <a:srgbClr val="00DAFF"/>
                </a:solidFill>
              </a:rPr>
              <a:t>Темная тема с киберспортивным стилем</a:t>
            </a:r>
          </a:p>
          <a:p>
            <a:r>
              <a:rPr lang="ru-RU" dirty="0">
                <a:solidFill>
                  <a:srgbClr val="00DAFF"/>
                </a:solidFill>
              </a:rPr>
              <a:t>Градиенты и неоновые элемент</a:t>
            </a:r>
          </a:p>
          <a:p>
            <a:r>
              <a:rPr lang="ru-RU" dirty="0">
                <a:solidFill>
                  <a:srgbClr val="00DAFF"/>
                </a:solidFill>
              </a:rPr>
              <a:t>Интуитивная навигация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A48AC5-FDC2-4E34-9E15-B88560992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878" y="5805940"/>
            <a:ext cx="6357660" cy="68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987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BD771F-69F4-4943-8C89-D4BC99923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9F4FE0"/>
                </a:solidFill>
              </a:rPr>
              <a:t>Система пользователей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AA83E5-03F8-4CAD-B003-4ECD501B7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1. Регистрация и вход:</a:t>
            </a:r>
          </a:p>
          <a:p>
            <a:r>
              <a:rPr lang="ru-RU" dirty="0">
                <a:solidFill>
                  <a:srgbClr val="00DAFF"/>
                </a:solidFill>
              </a:rPr>
              <a:t>Модальные окна для регистрации и авторизации</a:t>
            </a:r>
          </a:p>
          <a:p>
            <a:r>
              <a:rPr lang="ru-RU" dirty="0">
                <a:solidFill>
                  <a:srgbClr val="00DAFF"/>
                </a:solidFill>
              </a:rPr>
              <a:t>Локальное хранение данных (localStorage)</a:t>
            </a:r>
          </a:p>
          <a:p>
            <a:r>
              <a:rPr lang="ru-RU" dirty="0">
                <a:solidFill>
                  <a:srgbClr val="00DAFF"/>
                </a:solidFill>
              </a:rPr>
              <a:t>Персонализированный профиль</a:t>
            </a:r>
          </a:p>
          <a:p>
            <a:r>
              <a:rPr lang="ru-RU" dirty="0">
                <a:solidFill>
                  <a:srgbClr val="00DAFF"/>
                </a:solidFill>
              </a:rPr>
              <a:t>История уведомлений</a:t>
            </a:r>
          </a:p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2. Персонализация:</a:t>
            </a:r>
          </a:p>
          <a:p>
            <a:r>
              <a:rPr lang="ru-RU" dirty="0">
                <a:solidFill>
                  <a:srgbClr val="00DAFF"/>
                </a:solidFill>
              </a:rPr>
              <a:t>Отслеживание любимых команд и турниров</a:t>
            </a:r>
          </a:p>
          <a:p>
            <a:r>
              <a:rPr lang="ru-RU" dirty="0">
                <a:solidFill>
                  <a:srgbClr val="00DAFF"/>
                </a:solidFill>
              </a:rPr>
              <a:t>Настройка уведомлений</a:t>
            </a:r>
          </a:p>
          <a:p>
            <a:r>
              <a:rPr lang="ru-RU" dirty="0">
                <a:solidFill>
                  <a:srgbClr val="00DAFF"/>
                </a:solidFill>
              </a:rPr>
              <a:t>Система подписок на события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531F93-DEFA-4B78-8FB4-4F152786A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417" y="1902252"/>
            <a:ext cx="2411383" cy="305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670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F64114-A101-448C-8020-1034A316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9F4FE0"/>
                </a:solidFill>
              </a:rPr>
              <a:t>Система уведомлений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51A3AA-E122-4004-B9F6-FD75FD2B9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1</a:t>
            </a:r>
            <a:r>
              <a:rPr lang="ru-RU" dirty="0">
                <a:solidFill>
                  <a:srgbClr val="00DAFF"/>
                </a:solidFill>
              </a:rPr>
              <a:t>. Типы уведомлений:</a:t>
            </a:r>
          </a:p>
          <a:p>
            <a:r>
              <a:rPr lang="ru-RU" dirty="0">
                <a:solidFill>
                  <a:srgbClr val="00DAFF"/>
                </a:solidFill>
              </a:rPr>
              <a:t>Начало матчей</a:t>
            </a:r>
          </a:p>
          <a:p>
            <a:r>
              <a:rPr lang="ru-RU" dirty="0">
                <a:solidFill>
                  <a:srgbClr val="00DAFF"/>
                </a:solidFill>
              </a:rPr>
              <a:t>Результаты игр</a:t>
            </a:r>
          </a:p>
          <a:p>
            <a:r>
              <a:rPr lang="ru-RU" dirty="0">
                <a:solidFill>
                  <a:srgbClr val="00DAFF"/>
                </a:solidFill>
              </a:rPr>
              <a:t>Новые турниры</a:t>
            </a:r>
          </a:p>
          <a:p>
            <a:r>
              <a:rPr lang="ru-RU" dirty="0">
                <a:solidFill>
                  <a:srgbClr val="00DAFF"/>
                </a:solidFill>
              </a:rPr>
              <a:t>Обновления статистики</a:t>
            </a:r>
          </a:p>
          <a:p>
            <a:r>
              <a:rPr lang="ru-RU" dirty="0">
                <a:solidFill>
                  <a:srgbClr val="00DAFF"/>
                </a:solidFill>
              </a:rPr>
              <a:t>Персональные напоминания</a:t>
            </a:r>
          </a:p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2. Особенности:</a:t>
            </a:r>
          </a:p>
          <a:p>
            <a:r>
              <a:rPr lang="ru-RU" dirty="0">
                <a:solidFill>
                  <a:srgbClr val="00DAFF"/>
                </a:solidFill>
              </a:rPr>
              <a:t>Всплывающие оповещения</a:t>
            </a:r>
          </a:p>
          <a:p>
            <a:r>
              <a:rPr lang="ru-RU" dirty="0">
                <a:solidFill>
                  <a:srgbClr val="00DAFF"/>
                </a:solidFill>
              </a:rPr>
              <a:t>Панель уведомлений с непрочитанными сообщениями</a:t>
            </a:r>
          </a:p>
          <a:p>
            <a:r>
              <a:rPr lang="ru-RU" dirty="0">
                <a:solidFill>
                  <a:srgbClr val="00DAFF"/>
                </a:solidFill>
              </a:rPr>
              <a:t>Страница всех уведомлений</a:t>
            </a:r>
          </a:p>
          <a:p>
            <a:r>
              <a:rPr lang="ru-RU" dirty="0">
                <a:solidFill>
                  <a:srgbClr val="00DAFF"/>
                </a:solidFill>
              </a:rPr>
              <a:t>Отметка как прочитанные/удаление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237280-7900-4F42-9C71-C002068A3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780" y="1267957"/>
            <a:ext cx="4267178" cy="341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959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D936F-F0AD-4770-9EA5-FF3CBE51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9F4FE0"/>
                </a:solidFill>
              </a:rPr>
              <a:t>Дизайн и </a:t>
            </a:r>
            <a:r>
              <a:rPr lang="en-US" dirty="0">
                <a:solidFill>
                  <a:srgbClr val="9F4FE0"/>
                </a:solidFill>
              </a:rPr>
              <a:t>UX</a:t>
            </a:r>
            <a:endParaRPr lang="ru-RU" dirty="0">
              <a:solidFill>
                <a:srgbClr val="9F4FE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1F0C5E-02A4-4015-8BFA-98FC2FD19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1. Визуальные особенности:</a:t>
            </a:r>
          </a:p>
          <a:p>
            <a:r>
              <a:rPr lang="ru-RU" dirty="0">
                <a:solidFill>
                  <a:srgbClr val="00DAFF"/>
                </a:solidFill>
              </a:rPr>
              <a:t>Темная тема с акцентными цветами (синий, фиолетовый)</a:t>
            </a:r>
          </a:p>
          <a:p>
            <a:r>
              <a:rPr lang="ru-RU" dirty="0">
                <a:solidFill>
                  <a:srgbClr val="00DAFF"/>
                </a:solidFill>
              </a:rPr>
              <a:t>Анимация пульсации для LIVE-матчей</a:t>
            </a:r>
          </a:p>
          <a:p>
            <a:r>
              <a:rPr lang="ru-RU" dirty="0">
                <a:solidFill>
                  <a:srgbClr val="00DAFF"/>
                </a:solidFill>
              </a:rPr>
              <a:t>Карточная система отображения контента</a:t>
            </a:r>
          </a:p>
          <a:p>
            <a:r>
              <a:rPr lang="ru-RU" dirty="0">
                <a:solidFill>
                  <a:srgbClr val="00DAFF"/>
                </a:solidFill>
              </a:rPr>
              <a:t>Интерактивные элементы с hover-эффектами</a:t>
            </a:r>
          </a:p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2. Юзабилити:</a:t>
            </a:r>
          </a:p>
          <a:p>
            <a:r>
              <a:rPr lang="ru-RU" dirty="0">
                <a:solidFill>
                  <a:srgbClr val="00DAFF"/>
                </a:solidFill>
              </a:rPr>
              <a:t>Липкое меню навигации</a:t>
            </a:r>
          </a:p>
          <a:p>
            <a:r>
              <a:rPr lang="ru-RU" dirty="0">
                <a:solidFill>
                  <a:srgbClr val="00DAFF"/>
                </a:solidFill>
              </a:rPr>
              <a:t>Плавная прокрутка к разделам</a:t>
            </a:r>
          </a:p>
          <a:p>
            <a:r>
              <a:rPr lang="ru-RU" dirty="0">
                <a:solidFill>
                  <a:srgbClr val="00DAFF"/>
                </a:solidFill>
              </a:rPr>
              <a:t>Адаптивный дизайн для всех устройств</a:t>
            </a:r>
          </a:p>
          <a:p>
            <a:r>
              <a:rPr lang="ru-RU" dirty="0">
                <a:solidFill>
                  <a:srgbClr val="00DAFF"/>
                </a:solidFill>
              </a:rPr>
              <a:t>Интуитивная фильтрация по играм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C5488D-F4E8-4E2B-92F7-7CA4BE80F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009" y="425454"/>
            <a:ext cx="6179017" cy="140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4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A98CD0-FE31-472D-9C87-97F1E8E63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9F4FE0"/>
                </a:solidFill>
              </a:rPr>
              <a:t>Раздел "Текущие матчи"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BACC62-69D2-416B-86FA-557B090E3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1. Функционал:</a:t>
            </a:r>
          </a:p>
          <a:p>
            <a:r>
              <a:rPr lang="ru-RU" dirty="0">
                <a:solidFill>
                  <a:srgbClr val="00DAFF"/>
                </a:solidFill>
              </a:rPr>
              <a:t>LIVE-матчи с анимированным индикатором</a:t>
            </a:r>
          </a:p>
          <a:p>
            <a:r>
              <a:rPr lang="ru-RU" dirty="0">
                <a:solidFill>
                  <a:srgbClr val="00DAFF"/>
                </a:solidFill>
              </a:rPr>
              <a:t>Разделение по статусам: LIVE, скоро, завершены</a:t>
            </a:r>
          </a:p>
          <a:p>
            <a:r>
              <a:rPr lang="ru-RU" dirty="0">
                <a:solidFill>
                  <a:srgbClr val="00DAFF"/>
                </a:solidFill>
              </a:rPr>
              <a:t>Детальная информация о командах</a:t>
            </a:r>
          </a:p>
          <a:p>
            <a:r>
              <a:rPr lang="ru-RU" dirty="0">
                <a:solidFill>
                  <a:srgbClr val="00DAFF"/>
                </a:solidFill>
              </a:rPr>
              <a:t>Результаты в реальном времени</a:t>
            </a:r>
          </a:p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2. Особенности:</a:t>
            </a:r>
          </a:p>
          <a:p>
            <a:r>
              <a:rPr lang="ru-RU" dirty="0">
                <a:solidFill>
                  <a:srgbClr val="00DAFF"/>
                </a:solidFill>
              </a:rPr>
              <a:t>Индикация счета команд</a:t>
            </a:r>
          </a:p>
          <a:p>
            <a:r>
              <a:rPr lang="ru-RU" dirty="0">
                <a:solidFill>
                  <a:srgbClr val="00DAFF"/>
                </a:solidFill>
              </a:rPr>
              <a:t>Статистика команд (рекорды, позиции в рейтинге)</a:t>
            </a:r>
          </a:p>
          <a:p>
            <a:r>
              <a:rPr lang="ru-RU" dirty="0">
                <a:solidFill>
                  <a:srgbClr val="00DAFF"/>
                </a:solidFill>
              </a:rPr>
              <a:t>Тип матча (BO3, карты)</a:t>
            </a:r>
          </a:p>
          <a:p>
            <a:r>
              <a:rPr lang="ru-RU" dirty="0">
                <a:solidFill>
                  <a:srgbClr val="00DAFF"/>
                </a:solidFill>
              </a:rPr>
              <a:t>Визуальная индикация статуса (цветные рамки)</a:t>
            </a:r>
          </a:p>
          <a:p>
            <a:endParaRPr lang="ru-RU" dirty="0">
              <a:solidFill>
                <a:srgbClr val="00DAFF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FCA27C-4D3F-4708-811F-C1C8EC742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522" y="365125"/>
            <a:ext cx="3860549" cy="176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08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9133DE-2503-4790-A5E9-853EAA725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9F4FE0"/>
                </a:solidFill>
              </a:rPr>
              <a:t>Раздел "Активные турниры"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65FFD0-2323-44AC-A603-61C87D486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1. Представление турниров:</a:t>
            </a:r>
          </a:p>
          <a:p>
            <a:r>
              <a:rPr lang="ru-RU" dirty="0">
                <a:solidFill>
                  <a:srgbClr val="00DAFF"/>
                </a:solidFill>
              </a:rPr>
              <a:t>Карточки с детальной информацией</a:t>
            </a:r>
          </a:p>
          <a:p>
            <a:r>
              <a:rPr lang="ru-RU" dirty="0">
                <a:solidFill>
                  <a:srgbClr val="00DAFF"/>
                </a:solidFill>
              </a:rPr>
              <a:t>Призовые фонды</a:t>
            </a:r>
          </a:p>
          <a:p>
            <a:r>
              <a:rPr lang="ru-RU" dirty="0">
                <a:solidFill>
                  <a:srgbClr val="00DAFF"/>
                </a:solidFill>
              </a:rPr>
              <a:t>Даты проведения</a:t>
            </a:r>
          </a:p>
          <a:p>
            <a:r>
              <a:rPr lang="ru-RU" dirty="0">
                <a:solidFill>
                  <a:srgbClr val="00DAFF"/>
                </a:solidFill>
              </a:rPr>
              <a:t>Список участников</a:t>
            </a:r>
          </a:p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2. Функции:</a:t>
            </a:r>
          </a:p>
          <a:p>
            <a:r>
              <a:rPr lang="ru-RU" dirty="0">
                <a:solidFill>
                  <a:srgbClr val="00DAFF"/>
                </a:solidFill>
              </a:rPr>
              <a:t>Кнопка "Отслеживать" для добавления в избранное</a:t>
            </a:r>
          </a:p>
          <a:p>
            <a:r>
              <a:rPr lang="ru-RU" dirty="0">
                <a:solidFill>
                  <a:srgbClr val="00DAFF"/>
                </a:solidFill>
              </a:rPr>
              <a:t>Фильтрация по играм</a:t>
            </a:r>
          </a:p>
          <a:p>
            <a:r>
              <a:rPr lang="ru-RU" dirty="0">
                <a:solidFill>
                  <a:srgbClr val="00DAFF"/>
                </a:solidFill>
              </a:rPr>
              <a:t>Теги команд-участниц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6BF207-DF3D-47FC-BDF2-CCB96DE90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256470"/>
            <a:ext cx="4992462" cy="174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935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D5D65-F1E9-4DC0-B339-7D075010D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9F4FE0"/>
                </a:solidFill>
              </a:rPr>
              <a:t>Раздел "Популярные трансляции"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2D0868-EE4D-41D7-A6FA-561F09EEC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1. Типы контента:</a:t>
            </a:r>
          </a:p>
          <a:p>
            <a:r>
              <a:rPr lang="ru-RU" dirty="0">
                <a:solidFill>
                  <a:srgbClr val="00DAFF"/>
                </a:solidFill>
              </a:rPr>
              <a:t>LIVE-трансляции (помечены индикатором)</a:t>
            </a:r>
          </a:p>
          <a:p>
            <a:r>
              <a:rPr lang="ru-RU" dirty="0">
                <a:solidFill>
                  <a:srgbClr val="00DAFF"/>
                </a:solidFill>
              </a:rPr>
              <a:t>Записи прошедших матчей</a:t>
            </a:r>
          </a:p>
          <a:p>
            <a:r>
              <a:rPr lang="ru-RU" dirty="0">
                <a:solidFill>
                  <a:srgbClr val="00DAFF"/>
                </a:solidFill>
              </a:rPr>
              <a:t>Официальные стримы турниров</a:t>
            </a:r>
          </a:p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2. Информация о стриме:</a:t>
            </a:r>
          </a:p>
          <a:p>
            <a:r>
              <a:rPr lang="ru-RU" dirty="0">
                <a:solidFill>
                  <a:srgbClr val="00DAFF"/>
                </a:solidFill>
              </a:rPr>
              <a:t>Название трансляции</a:t>
            </a:r>
          </a:p>
          <a:p>
            <a:r>
              <a:rPr lang="ru-RU" dirty="0">
                <a:solidFill>
                  <a:srgbClr val="00DAFF"/>
                </a:solidFill>
              </a:rPr>
              <a:t>Канал/вещатель</a:t>
            </a:r>
          </a:p>
          <a:p>
            <a:r>
              <a:rPr lang="ru-RU" dirty="0">
                <a:solidFill>
                  <a:srgbClr val="00DAFF"/>
                </a:solidFill>
              </a:rPr>
              <a:t>Количество зрителей/просмотров</a:t>
            </a:r>
          </a:p>
          <a:p>
            <a:r>
              <a:rPr lang="ru-RU" dirty="0">
                <a:solidFill>
                  <a:srgbClr val="00DAFF"/>
                </a:solidFill>
              </a:rPr>
              <a:t>Игра и событие</a:t>
            </a:r>
          </a:p>
          <a:p>
            <a:pPr marL="0" indent="0">
              <a:buNone/>
            </a:pPr>
            <a:r>
              <a:rPr lang="ru-RU" dirty="0">
                <a:solidFill>
                  <a:srgbClr val="00DAFF"/>
                </a:solidFill>
              </a:rPr>
              <a:t>3. Визуальное представление:</a:t>
            </a:r>
          </a:p>
          <a:p>
            <a:r>
              <a:rPr lang="ru-RU" dirty="0">
                <a:solidFill>
                  <a:srgbClr val="00DAFF"/>
                </a:solidFill>
              </a:rPr>
              <a:t>Превью-изображения (заглушки)</a:t>
            </a:r>
          </a:p>
          <a:p>
            <a:r>
              <a:rPr lang="ru-RU" dirty="0">
                <a:solidFill>
                  <a:srgbClr val="00DAFF"/>
                </a:solidFill>
              </a:rPr>
              <a:t>Четкая идентификация LIVE-трансляций</a:t>
            </a:r>
          </a:p>
          <a:p>
            <a:r>
              <a:rPr lang="ru-RU" dirty="0">
                <a:solidFill>
                  <a:srgbClr val="00DAFF"/>
                </a:solidFill>
              </a:rPr>
              <a:t>Структурированная мета-информация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167941-8C47-4502-BB54-7B480F6EE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670" y="2417123"/>
            <a:ext cx="5941130" cy="202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42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96E01-59FD-4BEC-A7FD-D4392EF06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112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9F4FE0"/>
                </a:solidFill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9848686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392</Words>
  <Application>Microsoft Office PowerPoint</Application>
  <PresentationFormat>Широкоэкранный</PresentationFormat>
  <Paragraphs>95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Разработка веб-сайта для просмотра и отслеживания киберспортивных турниров</vt:lpstr>
      <vt:lpstr>Основные функции</vt:lpstr>
      <vt:lpstr>Поддерживаемые игры</vt:lpstr>
      <vt:lpstr>Технические особенности</vt:lpstr>
      <vt:lpstr>Система пользователей</vt:lpstr>
      <vt:lpstr>Система уведомлений</vt:lpstr>
      <vt:lpstr>Дизайн и UX</vt:lpstr>
      <vt:lpstr>Раздел "Текущие матчи"</vt:lpstr>
      <vt:lpstr>Раздел "Активные турниры"</vt:lpstr>
      <vt:lpstr>Раздел "Популярные трансляции"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веб-сайта для просмотра и отслеживания киберспортивных турниров</dc:title>
  <dc:creator>Егор Носков</dc:creator>
  <cp:lastModifiedBy>Егор Носков</cp:lastModifiedBy>
  <cp:revision>4</cp:revision>
  <dcterms:created xsi:type="dcterms:W3CDTF">2025-12-23T20:02:04Z</dcterms:created>
  <dcterms:modified xsi:type="dcterms:W3CDTF">2025-12-23T20:30:00Z</dcterms:modified>
</cp:coreProperties>
</file>